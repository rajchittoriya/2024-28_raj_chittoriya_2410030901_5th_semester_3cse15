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1148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234440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5394960"/>
            <a:ext cx="685800" cy="685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557784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217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INTERNSHIP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10241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Secure Hybrid Datacenter</a:t>
            </a:r>
            <a:br/>
            <a:r>
              <a:t>Network Architecture &amp; Multi-Tier Cloud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ptos"/>
              </a:defRPr>
            </a:pPr>
            <a:r>
              <a:t>Zero Trust  •  AWS Multi-VPC  •  IAM  •  Kubernetes  •  STRIDE  •  Automated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8862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886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05072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  <a:latin typeface="Aptos"/>
              </a:defRPr>
            </a:pPr>
            <a:r>
              <a:t>Raj Chittoriya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89120"/>
            <a:ext cx="49834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Roll No. 2410030901 • Section 3CSE15</a:t>
            </a:r>
            <a:br/>
            <a:r>
              <a:t>B.Tech CSE (Cyber Security) • IILM University, Greater Noida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913632"/>
            <a:ext cx="4206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AICTE–EduSkills Virtual Internship Program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6177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Domain: Ethical Hacking</a:t>
            </a:r>
            <a:br/>
            <a:r>
              <a:t>Duration: March 2026 –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68756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Submitted for Internship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01 •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Internship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697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377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Program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325880"/>
            <a:ext cx="73152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444752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28800"/>
            <a:ext cx="1737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Ethical Hacking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32588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32588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444752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28800"/>
            <a:ext cx="1874519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March 2026 – June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258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2588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44475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Mentor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1828800"/>
            <a:ext cx="31089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Mr. Abhinav Raghav</a:t>
            </a:r>
            <a:br/>
            <a:r>
              <a:t>Cisco Networking Academy, IILM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Learning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73552"/>
            <a:ext cx="93268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10128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Ethical Hacking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" y="3273552"/>
            <a:ext cx="932688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3310128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Security Fundamentals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3273552"/>
            <a:ext cx="932688" cy="310896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310128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Social Engineering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273552"/>
            <a:ext cx="932688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310128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Malware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273552"/>
            <a:ext cx="932688" cy="31089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310128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Network Essentials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803904"/>
            <a:ext cx="932688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840480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0200" y="3803904"/>
            <a:ext cx="932688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3840480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Basic Web VA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6040" y="3803904"/>
            <a:ext cx="93268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3840480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Basic Web 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3803904"/>
            <a:ext cx="932688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3840480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3803904"/>
            <a:ext cx="932688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3840480"/>
            <a:ext cx="841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6344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Internship → practical capstone progression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07492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074920"/>
            <a:ext cx="73152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9379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577840"/>
            <a:ext cx="3108960" cy="438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Attack concepts, security fundamentals and VAPT.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507492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06240" y="5074920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519379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5577840"/>
            <a:ext cx="3108960" cy="438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Zero Trust + hybrid cloud segmentation.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0" y="507492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63840" y="507492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19" y="519379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19" y="5577840"/>
            <a:ext cx="3108960" cy="438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Automated security-policy verification.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02 •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Internship &amp; Project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581912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878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48840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Ethical Hacking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60320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Build attacker-oriented security understanding.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7872" y="1581912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66878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148840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VAPT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560320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Understand vulnerability assessment and penetration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1581912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66878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48840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560320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Learn segmentation, routing and secure architecture.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417320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17152" y="1581912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66878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148840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Cloud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560320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Apply VPC, SG, NACL and Transit Gateway concepts.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30168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" y="3794759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81628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361688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773168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Apply least privilege, MFA and STS.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630168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47872" y="3794759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881628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361688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Kubernetes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4773168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Use namespaces, RBAC and NetworkPolicies.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630168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82512" y="3794759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3881628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361688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Threat Modeling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773168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Map threats using STRIDE.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630168"/>
            <a:ext cx="2542032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17152" y="379475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3881628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4361688"/>
            <a:ext cx="215798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4773168"/>
            <a:ext cx="2148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Validate policies with Python.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Aptos"/>
              </a:defRPr>
            </a:pPr>
            <a:r>
              <a:t>03 •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"/>
              </a:defRPr>
            </a:pPr>
            <a:r>
              <a:t>A hybrid environment creates more trust boundaries. The architecture must stop a single compromise from becoming unrestricted lateral movement.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50591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Hybrid connectivity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39"/>
            <a:ext cx="30632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Cloud and private datacenter must communicate securely.</a:t>
            </a:r>
            <a:br/>
            <a:br/>
            <a:r>
              <a:t>TGW + dual IPsec VPN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331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331720"/>
            <a:ext cx="731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50591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Workload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39"/>
            <a:ext cx="30632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Student, teaching and research workloads have different trust levels.</a:t>
            </a:r>
            <a:br/>
            <a:br/>
            <a:r>
              <a:t>Separate VPCs / namespaces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331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331720"/>
            <a:ext cx="73152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450591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Database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834639"/>
            <a:ext cx="30632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Private databases cannot be reachable directly from the internet.</a:t>
            </a:r>
            <a:br/>
            <a:br/>
            <a:r>
              <a:t>Private DB + SG/NACL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463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Lateral movement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30632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A compromised application must have a small blast radius.</a:t>
            </a:r>
            <a:br/>
            <a:br/>
            <a:r>
              <a:t>Segmentation + NetworkPolicy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1605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16052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2793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Identity abuse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63440"/>
            <a:ext cx="30632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Privileges must be limited and admin escalation blocked.</a:t>
            </a:r>
            <a:br/>
            <a:br/>
            <a:r>
              <a:t>Least privilege + MFA + Explicit Deny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16052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4160520"/>
            <a:ext cx="73152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42793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663440"/>
            <a:ext cx="30632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Security events need centralized evidence and auditability.</a:t>
            </a:r>
            <a:br/>
            <a:br/>
            <a:r>
              <a:t>CloudTrail + Flow Logs + SIEM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04 •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Technologies &amp;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4475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VPC • Security Groups • NACLs • Transit Gateway • IAM • WAF • CloudTrail • VPC Flow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Kubernetes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Namespaces • RBAC • NetworkPolicies • Pod Security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14600"/>
            <a:ext cx="73152" cy="9326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63347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Cisco 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01752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Modelled stateful firewall at datacenter edge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1460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73152" cy="932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3347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IPsec VPN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IKEv2 • AES-256-GCM • SHA-384 • DH Group 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703320"/>
            <a:ext cx="73152" cy="9326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822191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TLS 1.3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2062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Encryption in transit for public-facing traffic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73152" cy="9326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22191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062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Security testing / penetration-testing environment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920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892040"/>
            <a:ext cx="73152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01091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Python 3.10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3949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Automated security-policy verification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89204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892040"/>
            <a:ext cx="73152" cy="9326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01091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STRIDE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949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Structured threat modelling framework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05 •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High-Level Hybrid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Controlled ingress → segmented cloud → encrypted hybrid connectivity → protected private datacenter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141732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642616"/>
            <a:ext cx="1271016" cy="3127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PUBLIC</a:t>
            </a:r>
            <a:br/>
            <a:r>
              <a:t>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991916"/>
            <a:ext cx="1271016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external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514600"/>
            <a:ext cx="141732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2642616"/>
            <a:ext cx="1271016" cy="3127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AWS WAF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991916"/>
            <a:ext cx="1271016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controlled ingress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514600"/>
            <a:ext cx="132588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2642616"/>
            <a:ext cx="1179576" cy="3127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TLS 1.3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991916"/>
            <a:ext cx="1179576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encrypted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2926080"/>
            <a:ext cx="41148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49039" y="2926080"/>
            <a:ext cx="411481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97880" y="1508760"/>
            <a:ext cx="16002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1636776"/>
            <a:ext cx="14538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STUDENT VPC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2039112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10.100.0.0/16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2697480"/>
            <a:ext cx="16002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2825496"/>
            <a:ext cx="14538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TEACHING VPC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3227832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10.101.0.0/16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3886200"/>
            <a:ext cx="160020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71032" y="4014215"/>
            <a:ext cx="14538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RESEARCH VPC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2" y="4416552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10.102.0.0/16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0" y="2926080"/>
            <a:ext cx="41148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92440" y="2468880"/>
            <a:ext cx="1554480" cy="960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596896"/>
            <a:ext cx="1408176" cy="364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TRANSIT</a:t>
            </a:r>
            <a:br/>
            <a:r>
              <a:t>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025749"/>
            <a:ext cx="1408176" cy="240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routing hub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79" y="1965960"/>
            <a:ext cx="594361" cy="77724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498079" y="2926080"/>
            <a:ext cx="594361" cy="22860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498079" y="3154680"/>
            <a:ext cx="594361" cy="118872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12680" y="2468880"/>
            <a:ext cx="1325880" cy="9601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5832" y="2596896"/>
            <a:ext cx="1179576" cy="3648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DUAL IPsec</a:t>
            </a:r>
            <a:br/>
            <a:r>
              <a:t>VPN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5832" y="3025749"/>
            <a:ext cx="1179576" cy="240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IKEv2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46920" y="2926080"/>
            <a:ext cx="36576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95560" y="4160520"/>
            <a:ext cx="164592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8712" y="4288536"/>
            <a:ext cx="14996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PRIVATE</a:t>
            </a:r>
            <a:br/>
            <a:r>
              <a:t>DATACENTER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4690872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172.16.0.0/16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652760" y="3429000"/>
            <a:ext cx="0" cy="73152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594360" y="5486400"/>
            <a:ext cx="1554480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522976"/>
            <a:ext cx="14630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SECURITY 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504688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10.103.0.0/16 • SIEM / centralized logging • MFA-gated bastion host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06 • NETWORK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VPC Segmentation &amp; IP Addressing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92024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444752"/>
            <a:ext cx="17739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25880"/>
            <a:ext cx="1645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444752"/>
            <a:ext cx="149961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CIDR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68122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444752"/>
            <a:ext cx="6665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Subnets /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74519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74519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1993391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Student VPC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377439"/>
            <a:ext cx="1600200" cy="27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816352" y="207568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10.100.0.0/16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984248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Public ALB 10.100.1.0/24 • App 10.100.10.0/24 • DB 10.100.20.0/24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79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97479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2816351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Teaching VPC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200400"/>
            <a:ext cx="1600200" cy="27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816352" y="289864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10.101.0.0/16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807208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Public ALB 10.101.1.0/24 • App 10.101.10.0/24 • DB 10.101.20.0/24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20439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520439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639311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Research VPC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023359"/>
            <a:ext cx="1600200" cy="27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816352" y="3721607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10.102.0.0/16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630168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HPC Compute 10.102.10.0/24 • Data Vault 10.102.20.0/24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43400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46227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Security 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846320"/>
            <a:ext cx="1600200" cy="27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816352" y="454456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10.103.0.0/16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4453128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SIEM / centralized logging • MFA-gated bastion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166360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73152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28523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ptos"/>
              </a:defRPr>
            </a:pPr>
            <a:r>
              <a:t>Private Datacenter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669280"/>
            <a:ext cx="1600200" cy="27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2816352" y="536752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172.16.0.0/16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5276088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LDAP/AD 172.16.10.10 • Enterprise Core DB/ERP 172.16.20.50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Key design rule: non-overlapping CIDRs make segmentation and routing boundaries explicit.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Aptos"/>
              </a:defRPr>
            </a:pPr>
            <a:r>
              <a:t>07 • 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Layered Security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9326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4475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AWS WAF • TLS 1.3 • rate limiting • controlled ingress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Non-overlapping VPCs • isolated subnets • SGs • NACLs • TGW route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96312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96312"/>
            <a:ext cx="73152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615184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99923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Private backend-only access • no direct internet exposure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96312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96312"/>
            <a:ext cx="73152" cy="932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15184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9923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Least privilege • MFA • STS • SecureTransport • Explicit Deny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66744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666744"/>
            <a:ext cx="73152" cy="9326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785615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Kubernetes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169663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Namespace isolation • RBAC • default-deny NetworkPolicy • pod hardening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66744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66744"/>
            <a:ext cx="73152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85615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69663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VPC Flow Logs • CloudTrail • centralized SIEM/log aggregation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37176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837176"/>
            <a:ext cx="73152" cy="9326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956048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Datacenter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340096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Cisco ASA stateful firewall • controlled LDAP • protected ERP/Core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C4899"/>
                </a:solidFill>
                <a:latin typeface="Aptos"/>
              </a:defRPr>
            </a:pPr>
            <a:r>
              <a:t>08 • IDENTITY &amp;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IAM + Kubernetes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Role-StudentWorkload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49834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Read-only student asset access; administrative actions explicitly denied.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61488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61488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Role-Faculty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64408"/>
            <a:ext cx="49834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Course content access; deletion requires hardware MFA.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51376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51376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270248"/>
            <a:ext cx="4983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Role-SecOps-Auditor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654296"/>
            <a:ext cx="49834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Read-only CloudTrail + VPC Flow Logs; log deletion forbidden.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716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Kubernetes security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83080"/>
            <a:ext cx="201168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1965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student-workloads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258568"/>
            <a:ext cx="2011680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95144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teaching-workloads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734056"/>
            <a:ext cx="201168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77063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research-workloads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209544"/>
            <a:ext cx="201168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4612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security-monitoring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1755648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1755648"/>
            <a:ext cx="73152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59" y="1874519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Default-deny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2258568"/>
            <a:ext cx="24231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Only explicitly authorized pod communication is allowed.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3401568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3401568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59" y="3520440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RBAC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59" y="3904488"/>
            <a:ext cx="24231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Kubernetes API permissions are limited by role.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5047488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5047488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59" y="5166359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Pod hardening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59" y="5550407"/>
            <a:ext cx="242316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runAsNonRoot • readOnlyRootFilesystem • token automount=false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09 • 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Zero Trust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Aptos"/>
              </a:defRPr>
            </a:pPr>
            <a:r>
              <a:t>“Never trust automatically; verify explicitly and enforce least privilege.”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697480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Aptos"/>
              </a:defRPr>
            </a:pPr>
            <a:r>
              <a:t>Default-deny routing</a:t>
            </a:r>
            <a:br/>
            <a:r>
              <a:t>Micro-segmentation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514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0832" y="269748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349300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8862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Aptos"/>
              </a:defRPr>
            </a:pPr>
            <a:r>
              <a:t>Non-root execution</a:t>
            </a:r>
            <a:br/>
            <a:r>
              <a:t>Read-only filesystem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514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87184" y="2697480"/>
            <a:ext cx="658368" cy="6583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49300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8862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Aptos"/>
              </a:defRPr>
            </a:pPr>
            <a:r>
              <a:t>Least privilege</a:t>
            </a:r>
            <a:br/>
            <a:r>
              <a:t>MFA • temporary 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51460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03536" y="2697480"/>
            <a:ext cx="658368" cy="65836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349300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3886200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Aptos"/>
              </a:defRPr>
            </a:pPr>
            <a:r>
              <a:t>AES-256 at rest</a:t>
            </a:r>
            <a:br/>
            <a:r>
              <a:t>TLS 1.3 / IPsec in transit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983480"/>
            <a:ext cx="3383280" cy="31089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5020056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VERIFY → LIMIT → MONITOR → CONTAIN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Aptos"/>
              </a:defRPr>
            </a:pPr>
            <a:r>
              <a:t>10 •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STRIDE Threat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4173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3677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Credential Spoofing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MFA + Least Privilege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2" y="1600200"/>
            <a:ext cx="1417320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63677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7568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Rootkit Tampering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4871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Non-root + Read-only 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9944" y="1600200"/>
            <a:ext cx="1417320" cy="31089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63677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07568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Audit Repudiation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4871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CloudTrail + Flow Logs + SIEM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3416" y="1417320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26296" y="1600200"/>
            <a:ext cx="141732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163677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07568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Information Disclosure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4871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Private DB + Encryption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20439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3703320"/>
            <a:ext cx="141732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3989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7880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DDoS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902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WAF + Rate Limiting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10712" y="3520439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93592" y="3703320"/>
            <a:ext cx="141732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373989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417880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IAM Privilege Escalation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45902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Explicit Deny + Least Privilege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7064" y="3520439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9944" y="3703320"/>
            <a:ext cx="1417320" cy="310896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373989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944" y="417880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Lateral Movement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45902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Segmentation + NetworkPolicy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3416" y="3520439"/>
            <a:ext cx="2514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26296" y="3703320"/>
            <a:ext cx="141732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72016" y="373989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THREAT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6296" y="4178807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Direct DB Exposure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6" y="45902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Private DB + SG/NACLs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EC4899"/>
                </a:solidFill>
                <a:latin typeface="Aptos"/>
              </a:defRPr>
            </a:pPr>
            <a:r>
              <a:t>11 • VALIDATION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Critical Attack Scenario &amp; Containment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41732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36776"/>
            <a:ext cx="1271016" cy="382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Application vulnerability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92147"/>
            <a:ext cx="1271016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 interrupts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3704" y="1508760"/>
            <a:ext cx="1417320" cy="10058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76856" y="1636776"/>
            <a:ext cx="1271016" cy="382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student-api compromised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856" y="2092147"/>
            <a:ext cx="1271016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 interrupts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3048" y="1508760"/>
            <a:ext cx="141732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636776"/>
            <a:ext cx="1271016" cy="382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Attempt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092147"/>
            <a:ext cx="1271016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 interrupts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2392" y="1508760"/>
            <a:ext cx="141732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1636776"/>
            <a:ext cx="1271016" cy="382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Attempt K8s API abuse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5544" y="2092147"/>
            <a:ext cx="1271016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 interrupts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1417320" cy="1005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831335"/>
            <a:ext cx="1271016" cy="382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Attempt 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286707"/>
            <a:ext cx="1271016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 interrupts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3703320"/>
            <a:ext cx="141732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16352" y="3831335"/>
            <a:ext cx="1271016" cy="382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Attempt datacenter DB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4286707"/>
            <a:ext cx="1271016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 interrupts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703320"/>
            <a:ext cx="1417320" cy="10058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5192" y="3831335"/>
            <a:ext cx="1271016" cy="382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Attempt IAM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4286707"/>
            <a:ext cx="1271016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control interrupts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2011680"/>
            <a:ext cx="18288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21024" y="2011680"/>
            <a:ext cx="18288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30368" y="2011680"/>
            <a:ext cx="18288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011680"/>
            <a:ext cx="0" cy="137160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11680" y="4206240"/>
            <a:ext cx="73152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60520" y="4206240"/>
            <a:ext cx="73152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720840" y="3703320"/>
            <a:ext cx="2103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37033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3822191"/>
            <a:ext cx="1783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1783079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Read-only FS</a:t>
            </a:r>
            <a:br/>
            <a:r>
              <a:t>Token automount=false</a:t>
            </a:r>
            <a:br/>
            <a:r>
              <a:t>NetworkPolicy + TGW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3703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3703320"/>
            <a:ext cx="73152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822191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More Controls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206240"/>
            <a:ext cx="2103120" cy="713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Firewall Rule #104</a:t>
            </a:r>
            <a:br/>
            <a:r>
              <a:t>IAM Explicit Deny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5349240"/>
            <a:ext cx="44348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5385816"/>
            <a:ext cx="4343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EXPECTED: BLAST RADIUS REMAINS CONTAINED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This is a defined security simulation/validation exercise — not a live production attack.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Aptos"/>
              </a:defRPr>
            </a:pPr>
            <a:r>
              <a:t>12 •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Automated Security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10881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Python 3.10 engine replaces manual case-by-case inspection with repeatable policy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1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39"/>
            <a:ext cx="256032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Declarative security model</a:t>
            </a:r>
            <a:br/>
            <a:r>
              <a:t>+ expected policy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874519"/>
            <a:ext cx="274320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2002536"/>
            <a:ext cx="2596896" cy="4169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PYTHON 3.10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510942"/>
            <a:ext cx="2596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t>run_all_security_tests.py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874519"/>
            <a:ext cx="3749039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874519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1993391"/>
            <a:ext cx="34289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377439"/>
            <a:ext cx="3428999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ALLOW / DENY result for each defined scenario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2423160"/>
            <a:ext cx="45720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12280" y="2423160"/>
            <a:ext cx="50292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Core validation categories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13632"/>
            <a:ext cx="178308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50208"/>
            <a:ext cx="16916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Network boundaries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913632"/>
            <a:ext cx="178308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3950208"/>
            <a:ext cx="16916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Database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480560"/>
            <a:ext cx="1783080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17136"/>
            <a:ext cx="16916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Kubernetes namespaces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480560"/>
            <a:ext cx="178308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4517136"/>
            <a:ext cx="16916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IAM escalation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3493008"/>
            <a:ext cx="54864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0" y="3493008"/>
            <a:ext cx="73152" cy="1600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3611879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995928"/>
            <a:ext cx="5166360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t>python tests/run_all_security_tests.py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3949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Purpose: validate that defined ALLOW/DENY behavior matches policy intent.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13 •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10-Point Security Test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9844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Internet → Public HTTPS ALB :443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280160"/>
            <a:ext cx="7772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316736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Internet → Private DB :5432/3306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719072"/>
            <a:ext cx="77724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755648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76272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Frontend/Web → Backend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2157984"/>
            <a:ext cx="7772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194560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61518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15184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Frontend/Web → Private DB Direct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596896"/>
            <a:ext cx="77724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633472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5409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4096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Backend API →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3035808"/>
            <a:ext cx="7772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3072384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49300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49300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Student VPC → Research VPC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3474720"/>
            <a:ext cx="77724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3511296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9319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9319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Student VPC → Datacenter 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3913632"/>
            <a:ext cx="77724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3950208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370831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370831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Unauthorized Cross-Namespace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4352544"/>
            <a:ext cx="77724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4389120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80974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809744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Authorized Intra-Namespace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4791456"/>
            <a:ext cx="7772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4828032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ALLOW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24865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248656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Unauthorized IAM/Admin Escalation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5230368"/>
            <a:ext cx="77724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5266944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1417320"/>
            <a:ext cx="1965960" cy="4434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178308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230428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Aptos"/>
              </a:defRPr>
            </a:pPr>
            <a:r>
              <a:t>TESTS PASSED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2971800"/>
            <a:ext cx="1508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493008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COMPLIANCE</a:t>
            </a:r>
            <a:br/>
            <a:r>
              <a:t>WITH DEFINED MATRIX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461772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Aptos"/>
              </a:defRPr>
            </a:pPr>
            <a:r>
              <a:t>Meaning: the declarative security model matched the expected ALLOW/DENY outcomes.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14 •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Individual Contribution &amp;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5394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19"/>
            <a:ext cx="5074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507492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Project Lead &amp; Individual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Key responsibilities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489204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Hybrid architecture + VPC segmentation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4892040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02736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SG/NACL + IAM/MFA policy modelling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05072"/>
            <a:ext cx="4892040" cy="31089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Kubernetes namespaces + RBAC + NetworkPolicy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43983"/>
            <a:ext cx="4892040" cy="3108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IPsec/TGW + STRIDE threat modelling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82896"/>
            <a:ext cx="4892040" cy="3108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19472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Python verification engine + 10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21808"/>
            <a:ext cx="489204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58384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README + report + presentation +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298448"/>
            <a:ext cx="5166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298448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417319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Locally Implemented / Modelled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801368"/>
            <a:ext cx="484632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VPC configurations • SG/IAM definitions • Kubernetes manifests • firewall definitions • Python validation • evidence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761488"/>
            <a:ext cx="5166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761488"/>
            <a:ext cx="73152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880360"/>
            <a:ext cx="4846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Simulated / Conceptual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6440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Physical Cisco hardware • Live AWS VPC/TGW • live EKS • physical enterprise datacenter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9884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Accurate wording: designed • modelled • simulated •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230368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Aptos"/>
              </a:defRPr>
            </a:pPr>
            <a:r>
              <a:t>No claim of a live production AWS penetration test is made in the report.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Aptos"/>
              </a:defRPr>
            </a:pPr>
            <a:r>
              <a:t>15 •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Learning Outcomes, Certificates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19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310896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Zero Trust • VAPT • network segmentation • cloud security • IAM • Kubernetes • threat modelling •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060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606040"/>
            <a:ext cx="73152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Certificates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10896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Cybersecurity Essentials</a:t>
            </a:r>
            <a:br/>
            <a:r>
              <a:t>20 Jun 2026</a:t>
            </a:r>
            <a:br/>
            <a:r>
              <a:t>ID: cb63b578-677e-48ec-8a42-fb5e7c87b7c9</a:t>
            </a:r>
            <a:br/>
            <a:br/>
            <a:r>
              <a:t>Getting Started with Cisco Packet Tracer</a:t>
            </a:r>
            <a:br/>
            <a:r>
              <a:t>16 Jun 2026</a:t>
            </a:r>
            <a:br/>
            <a:r>
              <a:t>ID: 2dbfb49c-4cdb-4563-92f0-272a202b0839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6060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2606040"/>
            <a:ext cx="73152" cy="2331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7249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108960"/>
            <a:ext cx="310896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Exploring Networking with Cisco Packet Tracer</a:t>
            </a:r>
            <a:br/>
            <a:r>
              <a:t>16 Jun 2026</a:t>
            </a:r>
            <a:br/>
            <a:r>
              <a:t>ID: 6818ce3e-d501-4163-b212-915bd83d4789</a:t>
            </a:r>
            <a:br/>
            <a:br/>
            <a:r>
              <a:t>Issuer / Provider: Cisco Networking Academy, IILM University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298448"/>
            <a:ext cx="3429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298448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417319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1801368"/>
            <a:ext cx="3108960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Trivy + Checkov • Cilium + Falco • Direct Connect + MACsec • continuous regression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606040"/>
            <a:ext cx="3429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2606040"/>
            <a:ext cx="73152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7249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Closing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108960"/>
            <a:ext cx="3108960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Security should be layered and explicit.</a:t>
            </a:r>
            <a:br/>
            <a:br/>
            <a:r>
              <a:t>The project demonstrates how Zero Trust can contain compromise through segmentation, least privilege, encryption, monitoring and automated validation.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5230368"/>
            <a:ext cx="3063240" cy="31089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5266944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74536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AICTE–EduSkills Virtual Internship 2026 • Ethical Hacking • Raj Chittoriya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562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06B6D4"/>
                </a:solidFill>
                <a:latin typeface="Aptos"/>
              </a:defRPr>
            </a:pPr>
            <a:r>
              <a:t>“Never trust automatically; verify explicitly and enforce least privilege.”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2461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Aptos"/>
              </a:defRPr>
            </a:pPr>
            <a:r>
              <a:t>Raj Chittoriya • B.Tech CSE (Cyber Security)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79476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ptos"/>
              </a:defRPr>
            </a:pPr>
            <a:r>
              <a:t>AICTE–EduSkills Virtual Internship 2026 • Ethical Hacking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800600"/>
            <a:ext cx="2926080" cy="31089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837176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SECURE • SEGMENT • VERIFY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